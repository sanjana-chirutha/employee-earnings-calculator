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edia_17904030872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232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 panose="02020603050405020304"/>
              </a:defRPr>
            </a:pPr>
          </a:p>
          <a:p>
            <a:pPr algn="ctr">
              <a:defRPr sz="40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INTERNSHIP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Times New Roman" panose="02020603050405020304"/>
              </a:defRPr>
            </a:pPr>
          </a:p>
          <a:p>
            <a:pPr algn="ctr">
              <a:defRPr sz="1600" b="0">
                <a:solidFill>
                  <a:srgbClr val="555555"/>
                </a:solidFill>
                <a:latin typeface="Times New Roman" panose="02020603050405020304"/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91840"/>
            <a:ext cx="1828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Name: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91840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 </a:t>
            </a:r>
          </a:p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Rasha Rehman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749039"/>
            <a:ext cx="1828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Roll No: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49039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B23CN098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206240"/>
            <a:ext cx="1828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Branch: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06240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CSE (Networks)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Organization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20240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Blackbucks Education Pvt.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46888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Offline Internship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8 Weeks (29 May 2026 – 29 July 2026)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Role Assigned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Java Full Stack 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Project 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Online Auction &amp; Bidding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6344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709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Trusted 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NEAT – National Educational Alliance for Technology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212079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2577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Certificate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2577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BBEDINT2026ST05145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PROJECT TITLE: Online Auction &amp; Bidding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An online auction system provides a digital platform for buying and selling goods through competitive bidding. It connects sellers and buyers globally, facilitating efficient, transparent, and real-time transactions.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14600"/>
            <a:ext cx="94183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•  Limited Reach: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 Traditional auctions are geographically restricted, limiting participation to local bidders only and reducing the potential market size for sellers.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•  Time Constraints: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 Physical auctions are time-consuming, requiring in-person attendance at fixed schedules, making them impractical for many participants.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•  Lack of Transparency: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 Manual auction processes often lack clear rules and traceable records, leading to disputes and non-transparent dealings.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•  No Real-Time Updates: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 Existing systems do not provide instant bid updates, causing poor user experience and enabling unfair last-second bid sniping.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•  Security Concerns: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 Many platforms lack robust authentication and authorization mechanisms, making them vulnerable to unauthorized access and fraudulent activities.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•  Scalability Issues: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 Traditional systems struggle to handle concurrent users and high-frequency bidding transactions efficiently.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Global Accessibility: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Create a web-based platform accessible to bidders and sellers worldwide, eliminating geographical barriers and expanding market reach.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Real-Time Bidding: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Implement WebSocket-based live bid updates so all users see bid changes instantly without page refresh.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Fair Bidding Mechanism: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Develop a countdown timer with auto-extension on new bids to prevent last-second sniping and ensure fair competition.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Secure Authentication: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Integrate JWT (JSON Web Token) based stateless authentication with role-based access control for Buyers, Sellers, and Admins.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Seller Verification: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Build an approval workflow to ensure only verified sellers can create auction listings, preventing fraud.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Scalable Architecture: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Design a client-server architecture using React and Spring Boot that can handle concurrent users and high-frequency transactions.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Frontend — React.js: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Component-based JavaScript library for building dynamic, responsive user interfaces with reusable UI components.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Backend — Spring Boot (Java):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Robust framework for RESTful API development, business logic processing, and server-side application management.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Database — MySQL: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Relational database management system for efficient storage, retrieval, and management of users, auctions, bids, and transaction data.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Real-Time Communication — WebSockets (STOMP):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Enables bidirectional, full-duplex communication for instant bid updates, live timers, and push notifications.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Authentication — JWT (JSON Web Tokens):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Stateless, token-based authentication for secure session management with automatic expiration.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User Registration &amp; Authentication: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Users sign up and log in securely; JWT tokens are issued for stateless session management across all requests.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Role-Based Access Control: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Three distinct roles — Buyer, Seller, Admin — each with specific permissions and protected API endpoints.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Seller Verification: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An approval workflow ensures only verified sellers can create auction listings, preventing fraudulent activities on the platform.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Auction Lifecycle Management: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Create → Schedule → Activate → Live Bidding → End → Winner Declaration.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Real-Time Bidding Engine: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WebSocket-powered live bid broadcasts; all connected clients receive instant updates whenever a new bid is placed.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Anti-Sniping Timer: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Countdown timer automatically extends when a bid is placed in the final seconds, preventing unfair last-moment bidding.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Data Persistence &amp; Optimization: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MySQL database with optimized queries for high-frequency bid reads/writes and complete audit logging.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Homepage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475488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Login Page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475488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Dashboard — Browse Auctions</a:t>
            </a:r>
          </a:p>
        </p:txBody>
      </p:sp>
      <p:pic>
        <p:nvPicPr>
          <p:cNvPr id="11" name="Picture 10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663440"/>
            <a:ext cx="7589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Results (contd.)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My Auctions — Seller Dashboard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475488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Create Auction — Listing Form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475488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Live Auction — Real-Time Bidding</a:t>
            </a:r>
          </a:p>
        </p:txBody>
      </p:sp>
      <p:pic>
        <p:nvPicPr>
          <p:cNvPr id="11" name="Picture 10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663440"/>
            <a:ext cx="7589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9 / 12</a:t>
            </a:r>
          </a:p>
        </p:txBody>
      </p:sp>
      <p:pic>
        <p:nvPicPr>
          <p:cNvPr id="6" name="Picture 5" descr="media_17903995409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503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Challenges &amp;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Challenges Faced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Real-Time Synchronization: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Ensuring consistent bid data across multiple concurrent WebSocket connections without race conditions.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Timer Management: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Implementing a reliable countdown timer with automatic reset logic synchronized across all connected clients.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Database Concurrency: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Handling simultaneous bid writes to prevent data conflicts under high load.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Authentication Flow: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Integrating JWT token lifecycle (issuance, validation, refresh, expiration) seamlessly with the frontend.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Seller Verification: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Designing a multi-step approval process balancing security with user onboarding experience.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1270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Learning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Full-Stack Development: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Gained hands-on experience designing and integrating React frontend with Spring Boot backend and MySQL database.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WebSocket Protocol: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Learned to implement bidirectional real-time communication using STOMP over WebSocket for live features.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Security Best Practices: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Understood JWT-based authentication, RBAC implementation, and secure API design patterns.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Database Design: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Learned normalized schema design and optimized queries for high-frequency transactional workloads.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•  Agile Development:</a:t>
            </a:r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 Practiced iterative development, code reviews, and continuous testing throughout the project lifecycle.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Payment Gateway Integration: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Enable direct online payments via UPI, credit cards, and net banking for seamless post-auction transactions.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Mobile Application: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Develop native Android and iOS apps for on-the-go auction participation with push notifications.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AI-Powered Recommendations: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Suggest relevant auctions to users based on browsing history, interests, and past bidding behavior.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Cloud Deployment: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Deploy on AWS or Azure for auto-scaling, high availability, and improved global performance.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Email &amp; SMS Notifications: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Automated alerts for bid updates, auction endings, winning notifications, and seller verification status.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Fraud Detection System: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AI-based anomaly detection to identify suspicious bidding patterns and fake user accounts.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•  Multi-Language Support:</a:t>
            </a:r>
            <a:r>
              <a:rPr sz="1500" b="0">
                <a:solidFill>
                  <a:srgbClr val="1A1A1A"/>
                </a:solidFill>
                <a:latin typeface="Times New Roman" panose="02020603050405020304"/>
              </a:rPr>
              <a:t> Internationalization support to expand platform reach to non-English speaking users.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57200"/>
            <a:ext cx="863114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30175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Online Auction &amp; Bidding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Mohammad Rasha Rehman  |  B23CN098  |  CSE (Networks)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Times New Roman" panose="02020603050405020304"/>
              </a:defRPr>
            </a:pPr>
            <a:r>
              <a:t>Blackbucks Education Pvt. Ltd.  •  Offline Internship  •  8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6797</Words>
  <Application>WPS Presentation</Application>
  <PresentationFormat>On-screen Show (4:3)</PresentationFormat>
  <Paragraphs>169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rehma</cp:lastModifiedBy>
  <cp:revision>2</cp:revision>
  <dcterms:created xsi:type="dcterms:W3CDTF">2013-01-27T09:14:00Z</dcterms:created>
  <dcterms:modified xsi:type="dcterms:W3CDTF">2026-09-26T06:15:05Z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23FA409C615B4F45B7E0A76A2725D806_12</vt:lpwstr>
  </property>
  <property fmtid="{D5CDD505-2E9C-101B-9397-08002B2CF9AE}" pid="3" name="KSOProductBuildVer">
    <vt:lpwstr>1033-12.1.0.28485</vt:lpwstr>
  </property>
</Properties>
</file>