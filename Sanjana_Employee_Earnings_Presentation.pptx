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media_17904030872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23215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37160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Times New Roman" panose="02020603050405020304"/>
              </a:defRPr>
            </a:pPr>
          </a:p>
          <a:p>
            <a:pPr algn="ctr">
              <a:defRPr sz="40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INTERNSHIP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Times New Roman" panose="02020603050405020304"/>
              </a:defRPr>
            </a:pPr>
          </a:p>
          <a:p>
            <a:pPr algn="ctr">
              <a:defRPr sz="1600" b="0">
                <a:solidFill>
                  <a:srgbClr val="555555"/>
                </a:solidFill>
                <a:latin typeface="Times New Roman" panose="02020603050405020304"/>
              </a:defRPr>
            </a:pPr>
            <a: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91840"/>
            <a:ext cx="1828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</a:p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  <a:r>
              <a:t>Name: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291840"/>
            <a:ext cx="36576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Sanjana Chirutha</a:t>
            </a:r>
          </a:p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749039"/>
            <a:ext cx="1828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</a:p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  <a:r>
              <a:t>Roll No: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749039"/>
            <a:ext cx="36576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STU6817962b86d921746376235</a:t>
            </a:r>
          </a:p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206240"/>
            <a:ext cx="1828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</a:p>
          <a:p>
            <a:pPr algn="r">
              <a:defRPr sz="1800" b="1">
                <a:solidFill>
                  <a:srgbClr val="1A1A1A"/>
                </a:solidFill>
                <a:latin typeface="Times New Roman" panose="02020603050405020304"/>
              </a:defRPr>
            </a:pPr>
            <a:r>
              <a:t>Branch: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206240"/>
            <a:ext cx="36576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AI &amp; Machine Learning</a:t>
            </a:r>
          </a:p>
          <a:p>
            <a:pPr algn="l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Organization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18320" cy="5486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Information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920240"/>
            <a:ext cx="941832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Edunet Foundation (AICTE | IBM SkillsBuild)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468880"/>
            <a:ext cx="9418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Virtual / Online Internship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6 Weeks  (18 June 2025 - 30 July 2025)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Role Assigned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AI &amp; ML Engineer (Project Intern)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Project Delivered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Employee Earnings Calculator (ML Salary Intelligence)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663440"/>
            <a:ext cx="9418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7091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Trusted By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709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AICTE - All India Council for Technical Education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5212079"/>
            <a:ext cx="9418320" cy="54864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525779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Certificate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2577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STU6817962b86d921746376235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PROJECT TITLE: Employee Earnings Calculator (ML-Powered Salary Intelligence)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Salary estimation in corporate environments is largely manual, subjective, and inconsistent. HR teams rely on experience-based guesswork rather than data-driven models, leading to compensation inequity, hiring inefficiency, and talent attrition.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514600"/>
            <a:ext cx="94183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o  No Data-Driven Benchmark: Companies lack objective salary benchmarks calibrated to industry, role, experience, and region.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o  Black-Box Decisions: Compensation decisions are non-transparent, causing employee dissatisfaction and trust deficit.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o  Manual &amp; Error-Prone: Spreadsheet-based estimation is slow, inconsistent across departments, and not reproducible.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o  Lack of Explainability: Even when ML models exist, organizations cannot explain why a particular salary was predicted.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o  No Scenario Analysis: HR cannot simulate 'what-if' scenarios to understand how education or relocation affects pay.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Times New Roman" panose="02020603050405020304"/>
              </a:rPr>
              <a:t>o  Scalability: Manual estimation fails at scale — evaluating hundreds of candidates simultaneously is infeasible.</a:t>
            </a:r>
            <a:endParaRPr sz="14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Accurate Prediction: Build an XGBoost / Gradient Boosting ML regression pipeline predicting annual salary with &gt;93% R2 accuracy.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Explainability (XAI): Implement SHAP-style feature attribution showing each factor's monetary contribution to the predicted salary.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Interactive UI: Design a real-time web predictor with sliders and dropdowns with instant updates (&lt;15 ms latency) using Glassmorphism UI.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Batch Processing: Enable bulk CSV upload to predict salaries for hundreds of employees simultaneously with one-click CSV export.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Career Optimizer: Provide AI-generated sensitivity recommendations helping employees understand how to boost earning potential.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Multi-Currency Support: Display predicted salaries in USD ($), EUR (E), GBP (P), and INR (Rs) with live currency conversion.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Machine Learning - Python 3.12, XGBoost, Scikit-Learn, Pandas, NumPy, Joblib for model training, serialization, and inference.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Frontend - HTML5, Custom Glassmorphism CSS3 (backdrop-filter, neon glows), JavaScript ES6+ for all UI interactions and ML inference.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Visualization - Chart.js for experience growth trajectory, industry benchmark radar, and feature attribution waterfall charts.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Data Pipeline - MinMaxScaler (numerical features), LabelEncoder (categorical: education, occupation, region), Joblib persistence.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Deployment - GitHub Pages (static hosting), Git for version control, Python HTTP Server for local development.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Data Ingestion &amp; Cleaning: 10,000+ synthetic employee profiles generated from UCI Adult Income benchmarks and BLS wage statistics.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Feature Engineering: 9 input features - Age, Experience, Education, Occupation, Hours/Week, Work Mode, Company Size, Region, Gender.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Preprocessing Pipeline: LabelEncoder for categoricals; MinMaxScaler for numericals; stratified 80/20 train-test split.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Model Training: XGBoost Regressor (300 estimators, depth 6, lr=0.05); evaluated via R2 Score and RMSE on held-out test set.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Salary Inference: Client-side JavaScript mirror of the trained model enabling real-time predictions with &lt;15 ms latency.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SHAP Attribution: Waterfall chart breaking down each feature's monetary contribution (positive/negative) relative to $24,000 baseline.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Model Serialization: Trained model, scaler, and encoders exported as .joblib artifacts for reproducible inference.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Salary Predictor - Interactive Dashboard</a:t>
            </a:r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475488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Feature Attribution - SHAP Waterfall Chart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475488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Analytics - Experience Growth &amp; Radar Chart</a:t>
            </a:r>
          </a:p>
        </p:txBody>
      </p:sp>
      <p:pic>
        <p:nvPicPr>
          <p:cNvPr id="11" name="Picture 10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663440"/>
            <a:ext cx="75895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Results (contd.)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Batch Predict - Bulk CSV Upload &amp; Export</a:t>
            </a:r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475488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ML Architecture - XGBoost Pipeline View</a:t>
            </a:r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475488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Times New Roman" panose="02020603050405020304"/>
              </a:defRPr>
            </a:pPr>
            <a:r>
              <a:t>Career Optimizer - What-If Scenario Engine</a:t>
            </a:r>
          </a:p>
        </p:txBody>
      </p:sp>
      <p:pic>
        <p:nvPicPr>
          <p:cNvPr id="11" name="Picture 10" descr="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663440"/>
            <a:ext cx="75895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Certificate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9 / 12</a:t>
            </a:r>
          </a:p>
        </p:txBody>
      </p:sp>
      <p:pic>
        <p:nvPicPr>
          <p:cNvPr id="6" name="Picture 5" descr="media_17903995409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8503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Challenges &amp; 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Challenges Faced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o  Non-Linear Salary Decay: Real-world experience gains plateau after ~15 years - modelled using logarithmic scaling to avoid overfitting.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o  Async Rendering Sync: JavaScript chart initialization ran before ML prediction completed; refactored execution order with fallback HTML values.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o  Windows Encoding: Python's cp1252 terminal encoding caused UnicodeEncodeError for emoji print statements; resolved with UTF-8 stream override.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o  Client-Side ML Mirror: Replicating the trained XGBoost logic in pure JavaScript required careful parameter tuning to match server predictions.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o  CSV Batch Performance: Parsing large CSV files in-browser caused UI freezes; resolved using chunked processing with setTimeout yielding.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1270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Learning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o  ML Regression Mastery: Hands-on XGBoost, Scikit-Learn pipelines, hyperparameter tuning, and Joblib model serialization.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o  Explainable AI (XAI): Implemented SHAP-style feature attribution making ML predictions interpretable for non-technical HR users.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o  Full-Stack Web Dev: Built a production-quality static web app using HTML5, Glassmorphism CSS3, JavaScript ES6+, and Chart.js.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o  Data Engineering: Cleaned, encoded, and scaled real-world benchmark salary data for a supervised ML regression pipeline.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1A1A1A"/>
                </a:solidFill>
                <a:latin typeface="Times New Roman" panose="02020603050405020304"/>
              </a:rPr>
              <a:t>o  GitHub Workflow: Practiced version control, branch management, and cloud static hosting on GitHub Pages for public deployment.</a:t>
            </a:r>
            <a:endParaRPr sz="13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64754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Real Dataset Integration: Replace synthetic data with anonymized Glassdoor/LinkedIn salary datasets for higher real-world accuracy.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REST API Backend: Deploy the XGBoost model as a FastAPI microservice enabling integration with enterprise HRMS platforms.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True SHAP Library: Replace client-side SHAP approximation with the official shap Python library for exact Shapley values.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Resume Parser: Add NLP-based resume parsing (spaCy / HuggingFace) to auto-populate predictor fields from uploaded PDF resumes.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Mobile App: Develop a React Native mobile application with offline ML inference for salary benchmarking on-the-go.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Company Dashboard: Build an HR analytics dashboard to compare internal salaries against predicted market benchmarks.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Times New Roman" panose="02020603050405020304"/>
              </a:rPr>
              <a:t>o  LLM Career Coach: Integrate Gemini / GPT to generate personalized career growth roadmaps based on predicted salary gaps.</a:t>
            </a:r>
            <a:endParaRPr sz="1500" b="0">
              <a:solidFill>
                <a:srgbClr val="1A1A1A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457200"/>
            <a:ext cx="863114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Times New Roman" panose="02020603050405020304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00400"/>
            <a:ext cx="301752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Employee Earnings Calculator (ML Salary Intelligence)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Sanjana Chirutha  |  STU6817962b86d921746376235  |  AI &amp;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Times New Roman" panose="02020603050405020304"/>
              </a:defRPr>
            </a:pPr>
            <a:r>
              <a:t>Edunet Foundation  o  AICTE  o  IBM SkillsBuild  o  6 Weeks Virtual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Times New Roman" panose="02020603050405020304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6797</Words>
  <Application>WPS Presentation</Application>
  <PresentationFormat>On-screen Show (4:3)</PresentationFormat>
  <Paragraphs>169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rehma</cp:lastModifiedBy>
  <cp:revision>2</cp:revision>
  <dcterms:created xsi:type="dcterms:W3CDTF">2013-01-27T09:14:00Z</dcterms:created>
  <dcterms:modified xsi:type="dcterms:W3CDTF">2026-09-26T06:15:05Z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23FA409C615B4F45B7E0A76A2725D806_12</vt:lpwstr>
  </property>
  <property fmtid="{D5CDD505-2E9C-101B-9397-08002B2CF9AE}" pid="3" name="KSOProductBuildVer">
    <vt:lpwstr>1033-12.1.0.28485</vt:lpwstr>
  </property>
</Properties>
</file>